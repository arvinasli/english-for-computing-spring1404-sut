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8" r:id="rId6"/>
    <p:sldId id="257" r:id="rId7"/>
    <p:sldId id="258" r:id="rId8"/>
    <p:sldId id="286" r:id="rId9"/>
    <p:sldId id="287" r:id="rId10"/>
    <p:sldId id="260" r:id="rId11"/>
    <p:sldId id="261" r:id="rId12"/>
    <p:sldId id="290" r:id="rId13"/>
    <p:sldId id="291" r:id="rId14"/>
    <p:sldId id="292" r:id="rId15"/>
    <p:sldId id="289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5/30/2025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4050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6480" y="2564524"/>
            <a:ext cx="9777354" cy="1043257"/>
          </a:xfrm>
        </p:spPr>
        <p:txBody>
          <a:bodyPr/>
          <a:lstStyle/>
          <a:p>
            <a:r>
              <a:rPr lang="en-US" sz="3200" dirty="0"/>
              <a:t>Deep Learning Methods </a:t>
            </a:r>
            <a:r>
              <a:rPr lang="en-US" sz="3200" dirty="0" smtClean="0"/>
              <a:t>for</a:t>
            </a:r>
            <a:br>
              <a:rPr lang="en-US" sz="3200" dirty="0" smtClean="0"/>
            </a:br>
            <a:r>
              <a:rPr lang="en-US" sz="3200" dirty="0" smtClean="0"/>
              <a:t>Network-Based </a:t>
            </a:r>
            <a:r>
              <a:rPr lang="en-US" sz="3200" dirty="0"/>
              <a:t>Intrusion Detection Systems (NIDS)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6480" y="3837222"/>
            <a:ext cx="7077456" cy="86868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Arvin Baghal Asl</a:t>
            </a:r>
            <a:br>
              <a:rPr lang="en-US" sz="2000" dirty="0" smtClean="0"/>
            </a:br>
            <a:r>
              <a:rPr lang="en-US" sz="2000" dirty="0"/>
              <a:t>English for Computing Spring </a:t>
            </a:r>
            <a:r>
              <a:rPr lang="en-US" sz="2000" dirty="0" smtClean="0"/>
              <a:t>1404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995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</a:t>
            </a:r>
            <a:r>
              <a:rPr lang="en-US" dirty="0"/>
              <a:t>NIDS?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590924"/>
            <a:ext cx="11214100" cy="535531"/>
          </a:xfrm>
        </p:spPr>
        <p:txBody>
          <a:bodyPr/>
          <a:lstStyle/>
          <a:p>
            <a:r>
              <a:rPr lang="en-US" dirty="0"/>
              <a:t>Network-Based Intrusion Detection Systems (NIDS)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4473689"/>
            <a:ext cx="6718300" cy="1170367"/>
          </a:xfrm>
        </p:spPr>
        <p:txBody>
          <a:bodyPr/>
          <a:lstStyle/>
          <a:p>
            <a:pPr algn="just"/>
            <a:r>
              <a:rPr lang="en-US" sz="1800" dirty="0"/>
              <a:t>A Network Intrusion Detection System (NIDS) is like a security guard for your computer network, monitoring incoming and outgoing traffic for any suspicious </a:t>
            </a:r>
            <a:r>
              <a:rPr lang="en-US" sz="1800" dirty="0" smtClean="0"/>
              <a:t>activity.</a:t>
            </a: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90068"/>
            <a:ext cx="11214100" cy="535531"/>
          </a:xfrm>
        </p:spPr>
        <p:txBody>
          <a:bodyPr/>
          <a:lstStyle/>
          <a:p>
            <a:r>
              <a:rPr lang="en-US" dirty="0" smtClean="0"/>
              <a:t>What it does?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25689"/>
            <a:ext cx="6718300" cy="1170367"/>
          </a:xfrm>
        </p:spPr>
        <p:txBody>
          <a:bodyPr/>
          <a:lstStyle/>
          <a:p>
            <a:r>
              <a:rPr lang="en-US" sz="2400" b="1" dirty="0" smtClean="0"/>
              <a:t>Monitors </a:t>
            </a:r>
            <a:r>
              <a:rPr lang="en-US" sz="2400" b="1" dirty="0"/>
              <a:t>network </a:t>
            </a:r>
            <a:r>
              <a:rPr lang="en-US" sz="2400" b="1" dirty="0" smtClean="0"/>
              <a:t>traffic</a:t>
            </a:r>
            <a:endParaRPr lang="en-US" sz="2400" dirty="0"/>
          </a:p>
          <a:p>
            <a:r>
              <a:rPr lang="en-US" sz="2400" b="1" dirty="0" smtClean="0"/>
              <a:t>Detects </a:t>
            </a:r>
            <a:r>
              <a:rPr lang="en-US" sz="2400" b="1" dirty="0"/>
              <a:t>suspicious </a:t>
            </a:r>
            <a:r>
              <a:rPr lang="en-US" sz="2400" b="1" dirty="0" smtClean="0"/>
              <a:t>activity</a:t>
            </a:r>
            <a:endParaRPr lang="en-US" sz="2400" dirty="0"/>
          </a:p>
          <a:p>
            <a:r>
              <a:rPr lang="en-US" sz="2400" b="1" dirty="0" smtClean="0"/>
              <a:t>Alerts administrators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4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90068"/>
            <a:ext cx="11214100" cy="535531"/>
          </a:xfrm>
        </p:spPr>
        <p:txBody>
          <a:bodyPr/>
          <a:lstStyle/>
          <a:p>
            <a:r>
              <a:rPr lang="en-US" dirty="0"/>
              <a:t>How it </a:t>
            </a:r>
            <a:r>
              <a:rPr lang="en-US" dirty="0" smtClean="0"/>
              <a:t>works?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25689"/>
            <a:ext cx="6718300" cy="1170367"/>
          </a:xfrm>
        </p:spPr>
        <p:txBody>
          <a:bodyPr/>
          <a:lstStyle/>
          <a:p>
            <a:r>
              <a:rPr lang="en-US" sz="2400" b="1" dirty="0"/>
              <a:t>Signature-based </a:t>
            </a:r>
            <a:r>
              <a:rPr lang="en-US" sz="2400" b="1" dirty="0" smtClean="0"/>
              <a:t>detection</a:t>
            </a:r>
            <a:endParaRPr lang="en-US" sz="2400" b="1" dirty="0"/>
          </a:p>
          <a:p>
            <a:r>
              <a:rPr lang="en-US" sz="2400" b="1" dirty="0" smtClean="0"/>
              <a:t>Anomaly-based detection</a:t>
            </a: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371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72" y="3633951"/>
            <a:ext cx="8742820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Why Deep Learning for NIDS?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Why Deep Learning for NIDS?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964942"/>
            <a:ext cx="11526783" cy="1850314"/>
          </a:xfrm>
        </p:spPr>
        <p:txBody>
          <a:bodyPr>
            <a:normAutofit/>
          </a:bodyPr>
          <a:lstStyle/>
          <a:p>
            <a:pPr algn="just"/>
            <a:r>
              <a:rPr lang="en-US" b="0" dirty="0"/>
              <a:t>Deep Learning methods learn attack patterns automatically, which means they don’t require constant manual updates like traditional IDS. Instead of relying on fixed rules, DL models can</a:t>
            </a:r>
            <a:r>
              <a:rPr lang="en-US" b="0" dirty="0" smtClean="0"/>
              <a:t>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dirty="0" smtClean="0"/>
              <a:t>Recognize </a:t>
            </a:r>
            <a:r>
              <a:rPr lang="en-US" b="0" dirty="0"/>
              <a:t>complex cyberattacks even if they are new or </a:t>
            </a:r>
            <a:r>
              <a:rPr lang="en-US" b="0" dirty="0" smtClean="0"/>
              <a:t>disguised.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dirty="0" smtClean="0"/>
              <a:t>Adapt </a:t>
            </a:r>
            <a:r>
              <a:rPr lang="en-US" b="0" dirty="0"/>
              <a:t>to evolving threats, improving security over </a:t>
            </a:r>
            <a:r>
              <a:rPr lang="en-US" b="0" dirty="0" smtClean="0"/>
              <a:t>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0" dirty="0" smtClean="0"/>
              <a:t>Process </a:t>
            </a:r>
            <a:r>
              <a:rPr lang="en-US" b="0" dirty="0"/>
              <a:t>huge amounts of network data efficiently, making them suitable for real-time detection.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smtClean="0"/>
              <a:t>2 Types </a:t>
            </a:r>
            <a:r>
              <a:rPr lang="en-US" dirty="0"/>
              <a:t>of Deep Learning Models for NIDS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964942"/>
            <a:ext cx="11526783" cy="185031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Autoencoders (AE</a:t>
            </a:r>
            <a:r>
              <a:rPr lang="en-US" sz="2400" dirty="0" smtClean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Deep Neural Networks (DNN)</a:t>
            </a:r>
          </a:p>
        </p:txBody>
      </p:sp>
    </p:spTree>
    <p:extLst>
      <p:ext uri="{BB962C8B-B14F-4D97-AF65-F5344CB8AC3E}">
        <p14:creationId xmlns:p14="http://schemas.microsoft.com/office/powerpoint/2010/main" val="125188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Autoencoders (AE)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964942"/>
            <a:ext cx="11526783" cy="185031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How </a:t>
            </a:r>
            <a:r>
              <a:rPr lang="en-US" sz="2400" dirty="0"/>
              <a:t>it works: AE models compress network traffic data and then reconstruct it to check for anomalies</a:t>
            </a:r>
            <a:r>
              <a:rPr lang="en-US" sz="24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Why </a:t>
            </a:r>
            <a:r>
              <a:rPr lang="en-US" sz="2400" dirty="0"/>
              <a:t>it helps: If the reconstruction error is high, it means the data pattern is unusual, possibly indicating an attack.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633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Deep Neural Networks (DNN)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964942"/>
            <a:ext cx="11526783" cy="185031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How </a:t>
            </a:r>
            <a:r>
              <a:rPr lang="en-US" sz="2400" dirty="0"/>
              <a:t>it works: DNNs have multiple layers that process data step-by-step, identifying attack patterns</a:t>
            </a:r>
            <a:r>
              <a:rPr lang="en-US" sz="24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Why </a:t>
            </a:r>
            <a:r>
              <a:rPr lang="en-US" sz="2400" dirty="0"/>
              <a:t>it helps: The deep structure allows them to recognize complex relationships in network traffic.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387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Future of Deep Learning in NIDS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598758" y="1961053"/>
            <a:ext cx="9856642" cy="679779"/>
          </a:xfrm>
        </p:spPr>
        <p:txBody>
          <a:bodyPr>
            <a:normAutofit/>
          </a:bodyPr>
          <a:lstStyle/>
          <a:p>
            <a:pPr algn="just"/>
            <a:r>
              <a:rPr lang="en-US" b="0" dirty="0"/>
              <a:t>Deep Learning-based NIDS are constantly evolving, and researchers are working on next-generation cybersecurity solutions. Some exciting developments include:</a:t>
            </a:r>
            <a:endParaRPr lang="en-US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825414"/>
            <a:ext cx="951058" cy="95105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3175593"/>
            <a:ext cx="9856642" cy="1575083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dirty="0"/>
              <a:t>Real-Time Detection to stop cyber threats instantly</a:t>
            </a:r>
            <a:r>
              <a:rPr lang="en-US" sz="1800" b="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dirty="0" smtClean="0"/>
              <a:t>Self-Adapting </a:t>
            </a:r>
            <a:r>
              <a:rPr lang="en-US" sz="1800" b="0" dirty="0"/>
              <a:t>Models that learn from new attack patterns dynamically</a:t>
            </a:r>
            <a:r>
              <a:rPr lang="en-US" sz="1800" b="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0" dirty="0" smtClean="0"/>
              <a:t>Edge </a:t>
            </a:r>
            <a:r>
              <a:rPr lang="en-US" sz="1800" b="0" dirty="0"/>
              <a:t>Computing Solutions for fast, low-power security </a:t>
            </a:r>
            <a:r>
              <a:rPr lang="en-US" sz="1800" b="0" dirty="0" smtClean="0"/>
              <a:t>checks</a:t>
            </a:r>
            <a:r>
              <a:rPr lang="en-US" sz="1800" b="0" dirty="0"/>
              <a:t>.</a:t>
            </a:r>
            <a:endParaRPr lang="en-US" sz="1800" b="0" dirty="0" smtClean="0"/>
          </a:p>
        </p:txBody>
      </p:sp>
    </p:spTree>
    <p:extLst>
      <p:ext uri="{BB962C8B-B14F-4D97-AF65-F5344CB8AC3E}">
        <p14:creationId xmlns:p14="http://schemas.microsoft.com/office/powerpoint/2010/main" val="179358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245" y="3252952"/>
            <a:ext cx="7598762" cy="1970689"/>
          </a:xfrm>
        </p:spPr>
        <p:txBody>
          <a:bodyPr>
            <a:noAutofit/>
          </a:bodyPr>
          <a:lstStyle/>
          <a:p>
            <a:r>
              <a:rPr lang="en-US" sz="2000" dirty="0" smtClean="0"/>
              <a:t>Cyberattacks </a:t>
            </a:r>
            <a:r>
              <a:rPr lang="en-US" sz="2000" dirty="0"/>
              <a:t>are becoming more </a:t>
            </a:r>
            <a:r>
              <a:rPr lang="en-US" sz="2000" dirty="0" smtClean="0"/>
              <a:t>sophisticated,</a:t>
            </a:r>
            <a:br>
              <a:rPr lang="en-US" sz="2000" dirty="0" smtClean="0"/>
            </a:br>
            <a:r>
              <a:rPr lang="en-US" sz="2000" dirty="0" smtClean="0"/>
              <a:t>but</a:t>
            </a:r>
            <a:r>
              <a:rPr lang="en-US" sz="2000" dirty="0"/>
              <a:t> </a:t>
            </a:r>
            <a:r>
              <a:rPr lang="en-US" sz="2000" dirty="0" smtClean="0"/>
              <a:t>Deep Learning-powered </a:t>
            </a:r>
            <a:r>
              <a:rPr lang="en-US" sz="2000" dirty="0"/>
              <a:t>NIDS are pushing back by offering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✅ Higher accuracy in detecting complex threats</a:t>
            </a:r>
            <a:br>
              <a:rPr lang="en-US" sz="2000" dirty="0" smtClean="0"/>
            </a:br>
            <a:r>
              <a:rPr lang="en-US" sz="2000" dirty="0" smtClean="0"/>
              <a:t>✅ Better adaptability to new attacks</a:t>
            </a:r>
            <a:br>
              <a:rPr lang="en-US" sz="2000" dirty="0" smtClean="0"/>
            </a:br>
            <a:r>
              <a:rPr lang="en-US" sz="2000" dirty="0" smtClean="0"/>
              <a:t>✅ Efficient data processing for real-time detection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 txBox="1">
            <a:spLocks/>
          </p:cNvSpPr>
          <p:nvPr/>
        </p:nvSpPr>
        <p:spPr>
          <a:xfrm>
            <a:off x="2609630" y="1699061"/>
            <a:ext cx="3244631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2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Final Thoughts: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 smtClean="0"/>
              <a:t>For Listening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5217242" y="4388098"/>
            <a:ext cx="54297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Source</a:t>
            </a:r>
            <a:r>
              <a:rPr lang="en-US" sz="1200" dirty="0">
                <a:solidFill>
                  <a:schemeClr val="bg1"/>
                </a:solidFill>
              </a:rPr>
              <a:t>: Deep learning-driven methods for network-based intrusion detection </a:t>
            </a:r>
          </a:p>
          <a:p>
            <a:r>
              <a:rPr lang="en-US" sz="1200" dirty="0">
                <a:solidFill>
                  <a:schemeClr val="bg1"/>
                </a:solidFill>
              </a:rPr>
              <a:t>systems: A systematic review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http://schemas.microsoft.com/office/infopath/2007/PartnerControls"/>
    <ds:schemaRef ds:uri="http://purl.org/dc/elements/1.1/"/>
    <ds:schemaRef ds:uri="16c05727-aa75-4e4a-9b5f-8a80a116589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350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Tahoma</vt:lpstr>
      <vt:lpstr>Trade Gothic LT Pro</vt:lpstr>
      <vt:lpstr>Trebuchet MS</vt:lpstr>
      <vt:lpstr>Office Theme</vt:lpstr>
      <vt:lpstr>Deep Learning Methods for Network-Based Intrusion Detection Systems (NIDS)</vt:lpstr>
      <vt:lpstr>Introduction</vt:lpstr>
      <vt:lpstr>What is NIDS?</vt:lpstr>
      <vt:lpstr>Network-Based Intrusion Detection Systems (NIDS)</vt:lpstr>
      <vt:lpstr>What it does?</vt:lpstr>
      <vt:lpstr>How it works?</vt:lpstr>
      <vt:lpstr>Why Deep Learning for NIDS?</vt:lpstr>
      <vt:lpstr>Why Deep Learning for NIDS?</vt:lpstr>
      <vt:lpstr>2 Types of Deep Learning Models for NIDS</vt:lpstr>
      <vt:lpstr>1. Autoencoders (AE)</vt:lpstr>
      <vt:lpstr>2. Deep Neural Networks (DNN)</vt:lpstr>
      <vt:lpstr>Future of Deep Learning in NIDS</vt:lpstr>
      <vt:lpstr>Cyberattacks are becoming more sophisticated, but Deep Learning-powered NIDS are pushing back by offering: ✅ Higher accuracy in detecting complex threats ✅ Better adaptability to new attacks ✅ Efficient data processing for real-time detection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2025-05-30T12:37:23Z</dcterms:created>
  <dcterms:modified xsi:type="dcterms:W3CDTF">2025-05-30T15:46:42Z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